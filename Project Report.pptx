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C29CA-A875-4F73-B838-0DDB2A9CF7D6}" v="24" dt="2025-12-10T17:11:21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4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0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02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0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4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06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84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96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89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61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13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919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089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0255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215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53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61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2815D-FF58-430A-8B24-CC8A4A7E8BC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E03303-9F03-471C-B50E-A38B160BD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79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2D7-E181-581B-A13E-28715F84A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301" y="1018572"/>
            <a:ext cx="9269394" cy="1385847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FUEL EFFICIENT ROUTE OPTIMIZATION SYSTEM USING 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OF VEHICLES (IOV)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04128-C93E-984A-AB70-FEB50F4E0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7310" y="2534992"/>
            <a:ext cx="9977377" cy="4293169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Manali Ghosh (17600122054)</a:t>
            </a:r>
          </a:p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Ananya Pan (17600122045)</a:t>
            </a:r>
          </a:p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Dipankar Manna (17600122033)</a:t>
            </a:r>
          </a:p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Ankit </a:t>
            </a:r>
            <a:r>
              <a:rPr lang="en-I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Pramanick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(17600122063)</a:t>
            </a:r>
          </a:p>
          <a:p>
            <a:pPr algn="ctr"/>
            <a:b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Rakhi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Chakraborty </a:t>
            </a:r>
            <a:b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  <a:b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Hooghly Engineering &amp; Technology College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72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D7F9-A4C3-1341-1AA3-87C6079F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5" y="875104"/>
            <a:ext cx="8596668" cy="77936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10A147-E098-1718-FA2F-3ED79A4D4D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1088" y="1907595"/>
            <a:ext cx="9889823" cy="422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Fuel consumption is a major concern due to rising fuel prices, traffic congestion, and pollution.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navigation apps show shortest or fastest routes.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They do not consider fuel usage, slope, driver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engine load.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project solves this by using AI,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IoV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data, Maps for fuel-optimized routing.</a:t>
            </a:r>
          </a:p>
        </p:txBody>
      </p:sp>
    </p:spTree>
    <p:extLst>
      <p:ext uri="{BB962C8B-B14F-4D97-AF65-F5344CB8AC3E}">
        <p14:creationId xmlns:p14="http://schemas.microsoft.com/office/powerpoint/2010/main" val="2456230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E96E-2007-FDAB-3D0B-B0B9BEE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4" y="792226"/>
            <a:ext cx="8596668" cy="77936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6A53-2C8E-B05E-A915-42216F8D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969" y="1896035"/>
            <a:ext cx="9988062" cy="30659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navigation systems fail to consider driving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elevation, engine load, and real fuel data, resulting in inaccurate route recommendations.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leads to higher fuel consumption and unnecessary travel cost</a:t>
            </a:r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21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392B-9853-5D39-DD2F-C1F8396B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20224"/>
            <a:ext cx="9905998" cy="847211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PROBLEM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0428-BAF5-2A0E-DDBE-943FA8AD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22931"/>
            <a:ext cx="9905999" cy="3841377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route is not always the fuel-efficient route.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like acceleration, slope, and traffic heavily affect fuel usage.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combines all real-world parameters into one prediction model.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gap directly impacts cost, time, and sustainability.</a:t>
            </a:r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63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B15C-3FA6-FCB4-ED7B-550FE860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691514"/>
            <a:ext cx="8596668" cy="802511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96725-F78A-93C9-BD8B-68A4D7B61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66" y="1755327"/>
            <a:ext cx="8596668" cy="487681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AI-powered route optimization system that: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Predicts fuel consumption for each road segment using ML.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eVED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for real driving &amp; sensor behaviour.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Adds elevation, slope &amp; traffic data.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Generates multiple routes using OSM.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Recommends the most fuel-efficient route.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36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3CBB-50E9-5DC4-416D-1668DAD8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517358"/>
            <a:ext cx="8610600" cy="666673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7E80D-9C0D-6D54-CC28-8E32C1FF6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953" y="1591929"/>
            <a:ext cx="7109635" cy="4967169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 </a:t>
            </a: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eVED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Preprocess &amp; extract driver behaviour features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 elevation/slope from SRTM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 ML model (Random Forest / </a:t>
            </a: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 multiple routes using </a:t>
            </a: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OSMnx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/OSRM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 fuel for each route segment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Compare total fuel usage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Recommend best fuel-efficient route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713AE-80BB-5B73-2340-2352E5F7D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9" r="7228" b="3477"/>
          <a:stretch>
            <a:fillRect/>
          </a:stretch>
        </p:blipFill>
        <p:spPr>
          <a:xfrm>
            <a:off x="8319067" y="1591928"/>
            <a:ext cx="2981980" cy="496716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416970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7303-1F0D-5B93-C6A3-B47B0424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96" y="534253"/>
            <a:ext cx="9897208" cy="1293028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FUEL-EFFICIENT ROUTE OPTIMIZATION – 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B6679-6A98-0193-1864-16F509B66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63720"/>
            <a:ext cx="10820400" cy="4773257"/>
          </a:xfrm>
        </p:spPr>
        <p:txBody>
          <a:bodyPr>
            <a:noAutofit/>
          </a:bodyPr>
          <a:lstStyle/>
          <a:p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all possible routes between the source and destination using OSM/OSRM.</a:t>
            </a:r>
          </a:p>
          <a:p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trained ML model to predict fuel consumption for each segment of every route.</a:t>
            </a:r>
          </a:p>
          <a:p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Sum all the segment-level predictions to calculate the total fuel required for each route.</a:t>
            </a:r>
          </a:p>
          <a:p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all routes and select the one with the lowest total fuel consumption.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ensures that the selected route is not just shortest, but truly fuel-efficient based on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terrain, and traffic factors.</a:t>
            </a:r>
          </a:p>
        </p:txBody>
      </p:sp>
    </p:spTree>
    <p:extLst>
      <p:ext uri="{BB962C8B-B14F-4D97-AF65-F5344CB8AC3E}">
        <p14:creationId xmlns:p14="http://schemas.microsoft.com/office/powerpoint/2010/main" val="150381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467F-34C8-37FA-5608-B2897B3F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64" y="969743"/>
            <a:ext cx="9245472" cy="85825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(TECH STACK)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25DE4-D226-4656-86A5-7EF3EF3D4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734" y="2301267"/>
            <a:ext cx="3581845" cy="35869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                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Flask (web interface)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8BA7D-0838-7985-C0E9-69846FC55840}"/>
              </a:ext>
            </a:extLst>
          </p:cNvPr>
          <p:cNvSpPr txBox="1"/>
          <p:nvPr/>
        </p:nvSpPr>
        <p:spPr>
          <a:xfrm>
            <a:off x="5414656" y="2595047"/>
            <a:ext cx="610001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/ Maps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OSRM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OSMnx</a:t>
            </a:r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</a:p>
          <a:p>
            <a:r>
              <a:rPr lang="en-I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eVED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NASA SRTM Elevation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 / TomTom Traffic API</a:t>
            </a:r>
          </a:p>
        </p:txBody>
      </p:sp>
    </p:spTree>
    <p:extLst>
      <p:ext uri="{BB962C8B-B14F-4D97-AF65-F5344CB8AC3E}">
        <p14:creationId xmlns:p14="http://schemas.microsoft.com/office/powerpoint/2010/main" val="29829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550BE-19B8-6016-C12D-BBB8175C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832758"/>
            <a:ext cx="8596668" cy="798095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F2935-CCEA-6BEA-6EBF-58C2156FA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4261" y="1841126"/>
            <a:ext cx="8120073" cy="45017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Saves fuel cost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Reduces CO₂ emissions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Considers real driving behaviour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Better than traditional shortest-path apps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navigation apps &amp; logistics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sustainable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385774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8F7E-8D94-4CDF-879A-50676E84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699" y="657554"/>
            <a:ext cx="8610600" cy="85341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8669F8-778B-C649-FE1B-70BDCFEEB9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66394" y="1945801"/>
            <a:ext cx="7859209" cy="3971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Cleaning the large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Mapping GPS points with elevation data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multiple APIs together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Ensuring ML model accuracy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traffic handling</a:t>
            </a:r>
          </a:p>
        </p:txBody>
      </p:sp>
    </p:spTree>
    <p:extLst>
      <p:ext uri="{BB962C8B-B14F-4D97-AF65-F5344CB8AC3E}">
        <p14:creationId xmlns:p14="http://schemas.microsoft.com/office/powerpoint/2010/main" val="1801051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7009-EC58-0EAD-D0F2-66EB6237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890103"/>
            <a:ext cx="8610600" cy="694334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D500E3-998C-1297-BB00-DB7949F65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71240" y="1996361"/>
            <a:ext cx="8449519" cy="3971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Dependent on availability of API data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 real-time without constant updates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depends on dataset quality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Heavy computation for long routes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Traffic data may sometimes be inaccurate</a:t>
            </a:r>
          </a:p>
        </p:txBody>
      </p:sp>
    </p:spTree>
    <p:extLst>
      <p:ext uri="{BB962C8B-B14F-4D97-AF65-F5344CB8AC3E}">
        <p14:creationId xmlns:p14="http://schemas.microsoft.com/office/powerpoint/2010/main" val="238556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BC5D-D718-4890-9FC6-407C0B30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049010"/>
            <a:ext cx="8610600" cy="92375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E00AC4-63A7-DD31-0523-2A96CDDAAA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75508" y="2117183"/>
            <a:ext cx="8156400" cy="3171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AI to improve route planning.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Considers real-world factors ignored by traditional apps.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save fuel, reduce emissions, and optimize travel.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Useful for navigation apps, logistics, and smart cities.</a:t>
            </a:r>
          </a:p>
        </p:txBody>
      </p:sp>
    </p:spTree>
    <p:extLst>
      <p:ext uri="{BB962C8B-B14F-4D97-AF65-F5344CB8AC3E}">
        <p14:creationId xmlns:p14="http://schemas.microsoft.com/office/powerpoint/2010/main" val="1993518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6349B-C47E-FAE3-2109-154BE41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782486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4922091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154</TotalTime>
  <Words>592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Courier New</vt:lpstr>
      <vt:lpstr>Times New Roman</vt:lpstr>
      <vt:lpstr>Wingdings 3</vt:lpstr>
      <vt:lpstr>Wisp</vt:lpstr>
      <vt:lpstr>AI-BASED FUEL EFFICIENT ROUTE OPTIMIZATION SYSTEM USING INTERNET OF VEHICLES (IOV)</vt:lpstr>
      <vt:lpstr>INTRODUCTION</vt:lpstr>
      <vt:lpstr>PROBLEM STATEMENT</vt:lpstr>
      <vt:lpstr>CORE PROBLEM</vt:lpstr>
      <vt:lpstr>PROPOSED SOLUTION</vt:lpstr>
      <vt:lpstr>METHODOLOGY</vt:lpstr>
      <vt:lpstr>AI-BASED FUEL-EFFICIENT ROUTE OPTIMIZATION – ALGORITHM STEPS</vt:lpstr>
      <vt:lpstr>TECHNOLOGIES USED (TECH STACK)</vt:lpstr>
      <vt:lpstr>BENEFITS</vt:lpstr>
      <vt:lpstr>CHALLENGES</vt:lpstr>
      <vt:lpstr>LIMITATIONS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Manali Ghosh</dc:creator>
  <cp:lastModifiedBy>Manali Ghosh</cp:lastModifiedBy>
  <cp:revision>4</cp:revision>
  <dcterms:created xsi:type="dcterms:W3CDTF">2025-12-10T12:28:33Z</dcterms:created>
  <dcterms:modified xsi:type="dcterms:W3CDTF">2025-12-10T17:13:45Z</dcterms:modified>
</cp:coreProperties>
</file>